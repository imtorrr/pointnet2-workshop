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02799-061B-134D-A555-D977ED1F9A48}" v="27" dt="2026-02-15T14:48:13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80" d="100"/>
          <a:sy n="80" d="100"/>
        </p:scale>
        <p:origin x="132" y="17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E816-8192-9F4A-F79E-EDD9C9EFC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4EC1A-E2F7-57D8-8A91-5618CE87F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EB337-99F1-E24D-45BE-E0D9517E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B4FB5-AAC6-F28F-11C9-D6C7B3FE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0AC71-47CE-BE53-6A95-3F6B66ED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7912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1C4E-0988-5B0B-BB90-3CAC7AF6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F3B4-336F-9A36-1375-BD3A7E0C7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D4D1-A746-0971-2F9F-247ADB1D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AD5F2-99A5-FBEC-B840-DEACCEBE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4679-0782-728D-29EA-20763C92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2908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E69B-69CE-751E-C9C4-BCC641DC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6AAB-EBBF-8890-2D40-32B6A0A24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19FD-AE34-4CE4-C7EE-60E50F8A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6F954-B0E3-81C1-14A3-C9E2FF2E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171ED-5F2D-3E30-6258-6D1655B0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6346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C776-84F0-C34A-E87F-DE8BA413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E9522-744A-B352-80BD-53B83D24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F405-2F16-86CA-4E7D-9F9AD0FAC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C1AAC-CF64-AA09-D42D-BB941DF2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260FF-1BE1-EF69-9D8E-AF8E10E9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BDCCC-1AB2-8811-A012-66481C0E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6222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251-43F9-FC9E-2122-83FFF577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4CE90-2D68-34DA-296D-EAE2526F9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8BC81-A88D-ED97-BACF-52DE9FBD4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F6D49-B892-905A-766C-B942F2FE0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07585-4D6D-040E-BCF7-960A464C2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61AB5-6F67-3D27-A1AC-ED32893E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95DFF-613B-FE18-9C18-67AAB61C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55829-B2C7-3F5E-9B46-6020066A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12517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DA22-5186-47D7-6473-CDA19BC0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A0EE5-AD1C-C658-D607-17EBD123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4E203-9BEC-FEB4-BC92-3B22955B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1316F-2E37-B67B-14B9-A26E3D16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3332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C1B67-6877-3E08-CE48-6B14EBC8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8BFFA-F144-3AAB-B58E-8A1AD8B1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2BBAE-647C-0F27-A6CE-C9BFD668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9012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5048-914E-4A29-96F8-357F803A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5D499-9BDA-D7B2-38F3-C1C1FD2E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F3C2E-8A8D-EBCB-E775-DFC1DCB50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3125-5A8D-A1C5-79D0-06C13DC5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EE676-A210-387B-3F04-9E1CC139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C970E-D3C9-A311-36E7-D363BCDB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583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A7A2-348B-E29A-CE01-CA34FE78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57366-D32A-EBDF-D652-6AED4010C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1D8FB-70BE-5EC5-8B98-2E32A8D7E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AAD4-2967-0FFC-7C79-E624D47C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097A9-A993-315B-E31E-F9A33F56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9E346-E61A-BBEF-7C7F-56951A5E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760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74C5-ACB5-8D0C-2447-CBD15CF4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313B8-5C09-C0B0-3CCB-F309A2E59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BD37F-3D8C-C0F6-519D-D40F945E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E3D2-B6BC-40F4-362A-6340124A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E2CA1-518D-546A-8228-41FCF99F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0853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4D2DE-5BDA-5603-A460-8F664851B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F7281-3559-B71F-E227-8F4DA23EA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E3540-4082-C8BB-EEDD-D980E5BA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CF44-5B26-8805-3C20-19574FD7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E28D-19EB-A7B9-27B1-6D3833D4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4621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A7E4C-2659-9A23-4324-D446FDA9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6A146-2CEC-BCCC-E0FF-21FF2935E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2FB3-1774-4899-CC36-29F3D7FB1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E27B1-1A12-DF4E-8B5C-221981DA86BC}" type="datetimeFigureOut">
              <a:rPr lang="en-TH" smtClean="0"/>
              <a:t>02/28/2026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422E0-CBA2-FCEF-3AFA-AB29534E5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FF93A-30DF-D3E8-DCE9-51FCBAB0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1A826-574A-2449-9C6A-D8E0B6A90EC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6084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av4geo/OpenPointClass" TargetMode="External"/><Relationship Id="rId2" Type="http://schemas.openxmlformats.org/officeDocument/2006/relationships/hyperlink" Target="https://medium.com/data-science/3d-machine-learning-course-point-cloud-semantic-segmentation-9b32618ca5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05.0837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cienceub.medium.com/pointnet-implementation-explained-visually-c7e300139698" TargetMode="External"/><Relationship Id="rId2" Type="http://schemas.openxmlformats.org/officeDocument/2006/relationships/hyperlink" Target="https://colab.research.google.com/drive/12RQDCV7krZtfjwJ0B4bOEBnvnDHTu-k2?usp=shar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8448-2462-B56D-18CE-8B7681B4DD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H" dirty="0"/>
              <a:t>POINT CLOUD</a:t>
            </a:r>
            <a:br>
              <a:rPr lang="en-TH" dirty="0"/>
            </a:br>
            <a:r>
              <a:rPr lang="en-TH" dirty="0"/>
              <a:t>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4E8D2-843C-3655-B18D-7A3D91C660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TH" dirty="0"/>
              <a:t>Natapong Intarasuk</a:t>
            </a:r>
          </a:p>
          <a:p>
            <a:r>
              <a:rPr lang="en-TH" dirty="0"/>
              <a:t>6770312121</a:t>
            </a:r>
          </a:p>
          <a:p>
            <a:r>
              <a:rPr lang="en-TH" dirty="0"/>
              <a:t>Chulalongkorn University</a:t>
            </a:r>
          </a:p>
          <a:p>
            <a:r>
              <a:rPr lang="en-US" dirty="0"/>
              <a:t>I</a:t>
            </a:r>
            <a:r>
              <a:rPr lang="en-TH" dirty="0"/>
              <a:t>nt.natapong@gmail.com</a:t>
            </a:r>
          </a:p>
        </p:txBody>
      </p:sp>
    </p:spTree>
    <p:extLst>
      <p:ext uri="{BB962C8B-B14F-4D97-AF65-F5344CB8AC3E}">
        <p14:creationId xmlns:p14="http://schemas.microsoft.com/office/powerpoint/2010/main" val="208423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684E-6869-7E8A-4EE4-8411F5E1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Agenda: what are</a:t>
            </a:r>
            <a:r>
              <a:rPr lang="en-US" dirty="0"/>
              <a:t> we </a:t>
            </a:r>
            <a:r>
              <a:rPr lang="en-US" dirty="0" err="1"/>
              <a:t>gonna</a:t>
            </a:r>
            <a:r>
              <a:rPr lang="en-US" dirty="0"/>
              <a:t> talk today.</a:t>
            </a: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E535E-AFFC-F18B-3A6E-524A3DF41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/>
              <a:t>What is actually point cloud</a:t>
            </a:r>
          </a:p>
          <a:p>
            <a:r>
              <a:rPr lang="en-TH" dirty="0"/>
              <a:t>Why its difficult to understand than images</a:t>
            </a:r>
          </a:p>
          <a:p>
            <a:r>
              <a:rPr lang="en-TH" dirty="0"/>
              <a:t>What is features of 3D Point clouds?</a:t>
            </a:r>
          </a:p>
          <a:p>
            <a:r>
              <a:rPr lang="en-TH" dirty="0"/>
              <a:t>3D Data Analysis</a:t>
            </a:r>
          </a:p>
          <a:p>
            <a:r>
              <a:rPr lang="en-TH" dirty="0"/>
              <a:t>Deep Learning for 3D Point cloud</a:t>
            </a:r>
          </a:p>
          <a:p>
            <a:r>
              <a:rPr lang="en-TH" dirty="0"/>
              <a:t>Where did I find this knowledge (EXTRA !!!)</a:t>
            </a:r>
          </a:p>
        </p:txBody>
      </p:sp>
    </p:spTree>
    <p:extLst>
      <p:ext uri="{BB962C8B-B14F-4D97-AF65-F5344CB8AC3E}">
        <p14:creationId xmlns:p14="http://schemas.microsoft.com/office/powerpoint/2010/main" val="34816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D4782-3F87-CE54-81CC-FEF1BC37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786F-A324-5A4C-CADC-30067661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What point cloud actually is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4C04-C91B-3203-E50F-75A984742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/>
              <a:t>A point cloud is a collection (set) of 3D points, representing as a 2D array with shape (N, 3) where N is the number of points and 3 represents the X, Y, Z coordinates.</a:t>
            </a:r>
          </a:p>
          <a:p>
            <a:r>
              <a:rPr lang="en-TH" dirty="0"/>
              <a:t>Beyond just “where” a point is, sensors often capture “what” the point is like i.e. Intensity, RGB Color, Timestamp.</a:t>
            </a:r>
          </a:p>
        </p:txBody>
      </p:sp>
    </p:spTree>
    <p:extLst>
      <p:ext uri="{BB962C8B-B14F-4D97-AF65-F5344CB8AC3E}">
        <p14:creationId xmlns:p14="http://schemas.microsoft.com/office/powerpoint/2010/main" val="164134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9AA5B-BCDC-BCA0-F925-F0660920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A4F4-2701-E528-397D-634DFDFA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File I/O Operations</a:t>
            </a:r>
          </a:p>
        </p:txBody>
      </p:sp>
      <p:pic>
        <p:nvPicPr>
          <p:cNvPr id="5" name="Picture 4" descr="A yellow folder with a white paper in it&#10;&#10;AI-generated content may be incorrect.">
            <a:extLst>
              <a:ext uri="{FF2B5EF4-FFF2-40B4-BE49-F238E27FC236}">
                <a16:creationId xmlns:a16="http://schemas.microsoft.com/office/drawing/2014/main" id="{ABD9C06A-0085-E041-A3CB-6AAAA3E0A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912" y="505619"/>
            <a:ext cx="835025" cy="835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B5CF81-DCFE-D624-7CCC-8B924763599B}"/>
              </a:ext>
            </a:extLst>
          </p:cNvPr>
          <p:cNvSpPr txBox="1"/>
          <p:nvPr/>
        </p:nvSpPr>
        <p:spPr>
          <a:xfrm>
            <a:off x="838200" y="2267211"/>
            <a:ext cx="3821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ASCII Format</a:t>
            </a:r>
          </a:p>
          <a:p>
            <a:r>
              <a:rPr lang="en-TH" dirty="0"/>
              <a:t>Extension: .xyz, .txt, .csv</a:t>
            </a:r>
          </a:p>
          <a:p>
            <a:r>
              <a:rPr lang="en-TH" dirty="0"/>
              <a:t>Pros: universally compatible, human readable</a:t>
            </a:r>
          </a:p>
          <a:p>
            <a:r>
              <a:rPr lang="en-TH" dirty="0"/>
              <a:t>Cons: Large files, don’t have metadata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B8E37-E980-DAA7-457B-BF3D68B2DF81}"/>
              </a:ext>
            </a:extLst>
          </p:cNvPr>
          <p:cNvSpPr txBox="1"/>
          <p:nvPr/>
        </p:nvSpPr>
        <p:spPr>
          <a:xfrm>
            <a:off x="4558430" y="2267211"/>
            <a:ext cx="38214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LAS Format</a:t>
            </a:r>
          </a:p>
          <a:p>
            <a:r>
              <a:rPr lang="en-TH" dirty="0"/>
              <a:t>Extension: .las, .laz</a:t>
            </a:r>
          </a:p>
          <a:p>
            <a:r>
              <a:rPr lang="en-TH" dirty="0"/>
              <a:t>Pros: Can store metadata,standardize, fast, compressed</a:t>
            </a:r>
          </a:p>
          <a:p>
            <a:r>
              <a:rPr lang="en-TH" dirty="0"/>
              <a:t>Cons: can’t readable, can store only point cloud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51ECFE-4BA6-9544-3617-B8AF57990661}"/>
              </a:ext>
            </a:extLst>
          </p:cNvPr>
          <p:cNvSpPr txBox="1"/>
          <p:nvPr/>
        </p:nvSpPr>
        <p:spPr>
          <a:xfrm>
            <a:off x="8379912" y="2269320"/>
            <a:ext cx="3821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BINARY Format</a:t>
            </a:r>
          </a:p>
          <a:p>
            <a:r>
              <a:rPr lang="en-TH" dirty="0"/>
              <a:t>Extension: .ply, .e57, .obj</a:t>
            </a:r>
          </a:p>
          <a:p>
            <a:r>
              <a:rPr lang="en-TH" dirty="0"/>
              <a:t>Pros: can store 3D mesh, even 2D images, flexible, fast</a:t>
            </a:r>
          </a:p>
          <a:p>
            <a:r>
              <a:rPr lang="en-TH" dirty="0"/>
              <a:t>Cons: Some software don’t support</a:t>
            </a:r>
          </a:p>
        </p:txBody>
      </p:sp>
    </p:spTree>
    <p:extLst>
      <p:ext uri="{BB962C8B-B14F-4D97-AF65-F5344CB8AC3E}">
        <p14:creationId xmlns:p14="http://schemas.microsoft.com/office/powerpoint/2010/main" val="243824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A17DB-6857-954C-FA04-E1CE0721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0347-5E40-6863-24D2-70A643EF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Why its difficult to analyze than 2D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8554-E8E2-4A6F-0A41-27E5B41BE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TH" dirty="0"/>
              <a:t>Unstructured Data: Unlike a digital photo, points are scattered. There is no inherent “neighbor” relationship between point A and point B.</a:t>
            </a:r>
          </a:p>
          <a:p>
            <a:r>
              <a:rPr lang="en-TH" dirty="0"/>
              <a:t>Permutation Invariance: The data doesn’t care about order. If you have 1M points, you can shuffle the list, and the shape remains exactly the same.</a:t>
            </a:r>
          </a:p>
          <a:p>
            <a:r>
              <a:rPr lang="en-TH" dirty="0"/>
              <a:t>Scale Invariance: A point cloud of a coffee cup and a point cloud of skyscraper can look identical in structure; only the coordinate values tell you the actual size.</a:t>
            </a:r>
          </a:p>
        </p:txBody>
      </p:sp>
    </p:spTree>
    <p:extLst>
      <p:ext uri="{BB962C8B-B14F-4D97-AF65-F5344CB8AC3E}">
        <p14:creationId xmlns:p14="http://schemas.microsoft.com/office/powerpoint/2010/main" val="347389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E168-FE83-4468-410C-53C12620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E43B-BF58-4C6D-455D-2A7F457F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T</a:t>
            </a:r>
            <a:r>
              <a:rPr lang="en-US" dirty="0"/>
              <a:t>h</a:t>
            </a:r>
            <a:r>
              <a:rPr lang="en-TH" dirty="0"/>
              <a:t>e Neighborhood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DB4B-2889-2738-A442-3797F9218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fontAlgn="base"/>
            <a:r>
              <a:rPr lang="en-TH" dirty="0"/>
              <a:t>💡 </a:t>
            </a:r>
            <a:r>
              <a:rPr lang="en-US" b="1" dirty="0"/>
              <a:t>Why This Matters:</a:t>
            </a:r>
            <a:r>
              <a:rPr lang="en-US" dirty="0"/>
              <a:t> Feature extraction is the bridge between raw 3D data and intelligence. These geometric descriptors enable machine learning models to distinguish walls from trees, roads from roofs, and structures from clutter.</a:t>
            </a:r>
            <a:endParaRPr lang="en-TH" dirty="0"/>
          </a:p>
          <a:p>
            <a:r>
              <a:rPr lang="en-TH" dirty="0"/>
              <a:t>A single point’s coordinates tell us nothing about its context. But analyzing its neighbors reveals whether it’s part of a line (pole), plane (wall), or volume (vegetation).</a:t>
            </a:r>
          </a:p>
        </p:txBody>
      </p:sp>
    </p:spTree>
    <p:extLst>
      <p:ext uri="{BB962C8B-B14F-4D97-AF65-F5344CB8AC3E}">
        <p14:creationId xmlns:p14="http://schemas.microsoft.com/office/powerpoint/2010/main" val="382187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001E-0C21-882E-D754-B00D93C5B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67D9-341E-5CFD-B543-A900773C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Spatial Queries with KD-Trees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99E8C-229B-A1E2-0B24-1F3103EB4B49}"/>
              </a:ext>
            </a:extLst>
          </p:cNvPr>
          <p:cNvSpPr txBox="1"/>
          <p:nvPr/>
        </p:nvSpPr>
        <p:spPr>
          <a:xfrm>
            <a:off x="1064712" y="2129425"/>
            <a:ext cx="48851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K-Nearest Neighbors (KNN)</a:t>
            </a:r>
          </a:p>
          <a:p>
            <a:r>
              <a:rPr lang="en-TH" dirty="0"/>
              <a:t>Find the </a:t>
            </a:r>
            <a:r>
              <a:rPr lang="en-TH" b="1" dirty="0"/>
              <a:t>K closest points </a:t>
            </a:r>
            <a:r>
              <a:rPr lang="en-TH" dirty="0"/>
              <a:t>to each query point.</a:t>
            </a:r>
          </a:p>
          <a:p>
            <a:r>
              <a:rPr lang="en-TH" dirty="0"/>
              <a:t>Pros: Fixed number, consistent density</a:t>
            </a:r>
          </a:p>
          <a:p>
            <a:r>
              <a:rPr lang="en-TH" dirty="0"/>
              <a:t>Cons: Ignores physical scale </a:t>
            </a:r>
          </a:p>
          <a:p>
            <a:r>
              <a:rPr lang="en-TH" dirty="0"/>
              <a:t>Typical K: 10-50 points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8AE8D-CE16-96A5-8946-FA2978D781D5}"/>
              </a:ext>
            </a:extLst>
          </p:cNvPr>
          <p:cNvSpPr txBox="1"/>
          <p:nvPr/>
        </p:nvSpPr>
        <p:spPr>
          <a:xfrm>
            <a:off x="6468649" y="2129425"/>
            <a:ext cx="48851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Radius Search</a:t>
            </a:r>
          </a:p>
          <a:p>
            <a:r>
              <a:rPr lang="en-TH" dirty="0"/>
              <a:t>Find all points within a </a:t>
            </a:r>
            <a:r>
              <a:rPr lang="en-TH" b="1" dirty="0"/>
              <a:t>fixed radius</a:t>
            </a:r>
          </a:p>
          <a:p>
            <a:r>
              <a:rPr lang="en-TH" dirty="0"/>
              <a:t>Pros: Physically meaningful scale</a:t>
            </a:r>
          </a:p>
          <a:p>
            <a:r>
              <a:rPr lang="en-TH" dirty="0"/>
              <a:t>Cons: Variable neighbor count</a:t>
            </a:r>
          </a:p>
          <a:p>
            <a:r>
              <a:rPr lang="en-TH" dirty="0"/>
              <a:t>Typical Radius: 0.1 – 1.0 meters</a:t>
            </a:r>
          </a:p>
        </p:txBody>
      </p:sp>
    </p:spTree>
    <p:extLst>
      <p:ext uri="{BB962C8B-B14F-4D97-AF65-F5344CB8AC3E}">
        <p14:creationId xmlns:p14="http://schemas.microsoft.com/office/powerpoint/2010/main" val="148154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971AD-DF81-3C40-E89F-A5E2E51C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40E5-7186-83AA-E699-AF846949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Computing Geometric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2047B-73E1-340D-EC90-A7A0F411C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TH" dirty="0"/>
              <a:t>Once we have neighborhoods, we apply Principal Component Analysis (PCA) to extract shape descriptors.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F2920A-F021-F35E-5D9D-CFED4330D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26617"/>
              </p:ext>
            </p:extLst>
          </p:nvPr>
        </p:nvGraphicFramePr>
        <p:xfrm>
          <a:off x="2726531" y="2929652"/>
          <a:ext cx="6738937" cy="3840480"/>
        </p:xfrm>
        <a:graphic>
          <a:graphicData uri="http://schemas.openxmlformats.org/drawingml/2006/table">
            <a:tbl>
              <a:tblPr/>
              <a:tblGrid>
                <a:gridCol w="1347788">
                  <a:extLst>
                    <a:ext uri="{9D8B030D-6E8A-4147-A177-3AD203B41FA5}">
                      <a16:colId xmlns:a16="http://schemas.microsoft.com/office/drawing/2014/main" val="4027274874"/>
                    </a:ext>
                  </a:extLst>
                </a:gridCol>
                <a:gridCol w="1684734">
                  <a:extLst>
                    <a:ext uri="{9D8B030D-6E8A-4147-A177-3AD203B41FA5}">
                      <a16:colId xmlns:a16="http://schemas.microsoft.com/office/drawing/2014/main" val="3885213346"/>
                    </a:ext>
                  </a:extLst>
                </a:gridCol>
                <a:gridCol w="2021681">
                  <a:extLst>
                    <a:ext uri="{9D8B030D-6E8A-4147-A177-3AD203B41FA5}">
                      <a16:colId xmlns:a16="http://schemas.microsoft.com/office/drawing/2014/main" val="403512376"/>
                    </a:ext>
                  </a:extLst>
                </a:gridCol>
                <a:gridCol w="1684734">
                  <a:extLst>
                    <a:ext uri="{9D8B030D-6E8A-4147-A177-3AD203B41FA5}">
                      <a16:colId xmlns:a16="http://schemas.microsoft.com/office/drawing/2014/main" val="2719917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Detects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953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Linearity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l-GR">
                          <a:effectLst/>
                        </a:rPr>
                        <a:t>(λ₁ – λ₂) / λ₁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Cables, poles, edges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0 (not linear) to 1 (perfect line)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262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Planarity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l-GR">
                          <a:effectLst/>
                        </a:rPr>
                        <a:t>(λ₂ – λ₃) / λ₁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Walls, ground, roofs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0 (not planar) to 1 (perfect plane)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6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Sphericity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l-GR">
                          <a:effectLst/>
                        </a:rPr>
                        <a:t>λ₃ / λ₁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Vegetation, clutter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0 (flat) to 1 (spherical)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33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Verticality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1 – |N_z|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Vertical surfaces (facades)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0 (horizontal) to 1 (vertical)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455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b="1">
                          <a:effectLst/>
                        </a:rPr>
                        <a:t>Omnivariance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l-GR">
                          <a:effectLst/>
                        </a:rPr>
                        <a:t>(λ₁·λ₂·λ₃)^(1/3)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Local roughness/noise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Higher = more scattered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42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89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971AD-DF81-3C40-E89F-A5E2E51C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40E5-7186-83AA-E699-AF846949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Compare Hands on</a:t>
            </a:r>
            <a:endParaRPr lang="en-T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03202-BBD1-4D5E-A997-1224BDCFE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Import, Cleaning, Subsampling.</a:t>
            </a:r>
          </a:p>
          <a:p>
            <a:r>
              <a:rPr lang="en-US" dirty="0"/>
              <a:t>Compute Geometric Features.</a:t>
            </a:r>
          </a:p>
          <a:p>
            <a:r>
              <a:rPr lang="en-US" dirty="0"/>
              <a:t>Export to CSV, using for ML.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293D51-C200-466C-90F6-371E8706F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491" y="4466959"/>
            <a:ext cx="6327017" cy="171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4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EEF2-29B1-4F75-8F0E-73C5285B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6152C-6942-4C87-A487-4AF17A8BD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https://medium.com/data-science/3d-machine-learning-course-point-cloud-semantic-segmentation-9b32618ca5df</a:t>
            </a:r>
            <a:endParaRPr lang="en-US" dirty="0"/>
          </a:p>
          <a:p>
            <a:r>
              <a:rPr lang="en-US" dirty="0">
                <a:hlinkClick r:id="rId3"/>
              </a:rPr>
              <a:t>https://github.com/uav4geo/OpenPointClass</a:t>
            </a:r>
            <a:endParaRPr lang="en-US" dirty="0"/>
          </a:p>
          <a:p>
            <a:r>
              <a:rPr lang="en-US" dirty="0">
                <a:hlinkClick r:id="rId4"/>
              </a:rPr>
              <a:t>https://arxiv.org/pdf/1705.08374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7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61EEF2-29B1-4F75-8F0E-73C5285B6B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Properties of Point Set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61EEF2-29B1-4F75-8F0E-73C5285B6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A6152C-6942-4C87-A487-4AF17A8BD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Unordered: Because point clouds lack a strict grid-like sequence (unlike pixels in an image), a model must produce the exact same output regardless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Possible ways the points can be ordered and fed into it</a:t>
                </a:r>
              </a:p>
              <a:p>
                <a:r>
                  <a:rPr lang="en-US" dirty="0"/>
                  <a:t>Interaction among points: Points aren’t isolated; their distance from one another matters. </a:t>
                </a:r>
              </a:p>
              <a:p>
                <a:r>
                  <a:rPr lang="en-US" dirty="0"/>
                  <a:t>Invariance under transformations: Moving or spinning the point cloud in 3D space doesn’t change what the object actually is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A6152C-6942-4C87-A487-4AF17A8BD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085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EEF2-29B1-4F75-8F0E-73C5285B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PointNet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6152C-6942-4C87-A487-4AF17A8BD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https://colab.research.google.com/drive/12RQDCV7krZtfjwJ0B4bOEBnvnDHTu-k2?usp=sharing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https://datascienceub.medium.com/pointnet-implementation-explained-visually-c7e300139698</a:t>
            </a:r>
            <a:endParaRPr lang="en-US" dirty="0"/>
          </a:p>
          <a:p>
            <a:r>
              <a:rPr lang="en-US" dirty="0"/>
              <a:t>https://medium.com/@itberrios6/introduction-to-point-net-d23f43aa87d2</a:t>
            </a:r>
          </a:p>
        </p:txBody>
      </p:sp>
    </p:spTree>
    <p:extLst>
      <p:ext uri="{BB962C8B-B14F-4D97-AF65-F5344CB8AC3E}">
        <p14:creationId xmlns:p14="http://schemas.microsoft.com/office/powerpoint/2010/main" val="73920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EEF2-29B1-4F75-8F0E-73C5285B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PointNet</a:t>
            </a:r>
            <a:r>
              <a:rPr lang="en-US" dirty="0"/>
              <a:t>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6152C-6942-4C87-A487-4AF17A8BD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https://colab.research.google.com/drive/18zkBVxE_yPiiUyWWTiMz59cvo8jUjvvG?usp=sharing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5308C-3587-4504-A0E7-0B4F06D92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295" y="2662649"/>
            <a:ext cx="8201409" cy="36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7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EEF2-29B1-4F75-8F0E-73C5285B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Where did I find this knowledge (EXTRA !!!)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1A06B-99A6-435F-AE3A-95B21A519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78573"/>
            <a:ext cx="3776237" cy="2314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87EB9-8734-4F65-9688-5D84BC581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8574"/>
            <a:ext cx="4888791" cy="2314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49E07B-CD17-453E-B86E-A06626D35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935" y="4342872"/>
            <a:ext cx="952633" cy="362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53733E-560F-40B5-8480-76C61978B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154485"/>
            <a:ext cx="4888791" cy="17227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6851F6-4419-493E-A5A5-1DE0D205A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567" y="3190842"/>
            <a:ext cx="905001" cy="47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A480E-E010-48EC-A890-564A051A1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515710"/>
            <a:ext cx="4261224" cy="23011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CC26F2-2FEB-4FE3-8E17-61EEA56979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0577" y="2160607"/>
            <a:ext cx="1009791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2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20422</TotalTime>
  <Words>814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POINT CLOUD WORKSHOP</vt:lpstr>
      <vt:lpstr>Agenda: what are we gonna talk today.</vt:lpstr>
      <vt:lpstr>What point cloud actually is ?</vt:lpstr>
      <vt:lpstr>File I/O Operations</vt:lpstr>
      <vt:lpstr>Why its difficult to analyze than 2D image</vt:lpstr>
      <vt:lpstr>The Neighborhood Concept</vt:lpstr>
      <vt:lpstr>Spatial Queries with KD-Trees</vt:lpstr>
      <vt:lpstr>Computing Geometric Features</vt:lpstr>
      <vt:lpstr>Cloud Compare Hands on</vt:lpstr>
      <vt:lpstr>Machine Learning</vt:lpstr>
      <vt:lpstr>Properties of Point Set in R^n</vt:lpstr>
      <vt:lpstr>PointNet</vt:lpstr>
      <vt:lpstr>PointNet++</vt:lpstr>
      <vt:lpstr>Where did I find this knowledge (EXTRA !!!)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CLOUD WORKSHOP</dc:title>
  <dc:creator>Natapong Intarasuk</dc:creator>
  <cp:lastModifiedBy>Natapong Intarasuk</cp:lastModifiedBy>
  <cp:revision>10</cp:revision>
  <dcterms:created xsi:type="dcterms:W3CDTF">2026-02-11T02:49:13Z</dcterms:created>
  <dcterms:modified xsi:type="dcterms:W3CDTF">2026-02-28T07:02:07Z</dcterms:modified>
</cp:coreProperties>
</file>